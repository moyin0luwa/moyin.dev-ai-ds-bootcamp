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Figtree"/>
      <p:regular r:id="rId22"/>
      <p:bold r:id="rId23"/>
      <p:italic r:id="rId24"/>
      <p:boldItalic r:id="rId25"/>
    </p:embeddedFont>
    <p:embeddedFont>
      <p:font typeface="Figtree Medium"/>
      <p:regular r:id="rId26"/>
      <p:bold r:id="rId27"/>
      <p:italic r:id="rId28"/>
      <p:boldItalic r:id="rId29"/>
    </p:embeddedFont>
    <p:embeddedFont>
      <p:font typeface="Figtree ExtraBold"/>
      <p:bold r:id="rId30"/>
      <p:boldItalic r:id="rId31"/>
    </p:embeddedFont>
    <p:embeddedFont>
      <p:font typeface="Montserrat"/>
      <p:regular r:id="rId32"/>
      <p:bold r:id="rId33"/>
      <p:italic r:id="rId34"/>
      <p:boldItalic r:id="rId35"/>
    </p:embeddedFont>
    <p:embeddedFont>
      <p:font typeface="EB Garamond SemiBold"/>
      <p:regular r:id="rId36"/>
      <p:bold r:id="rId37"/>
      <p:italic r:id="rId38"/>
      <p:boldItalic r:id="rId39"/>
    </p:embeddedFont>
    <p:embeddedFont>
      <p:font typeface="Figtree SemiBold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EE0373F-D9E9-49A2-AE76-DB6853197B5E}">
  <a:tblStyle styleId="{FEE0373F-D9E9-49A2-AE76-DB6853197B5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gtreeSemiBold-regular.fntdata"/><Relationship Id="rId20" Type="http://schemas.openxmlformats.org/officeDocument/2006/relationships/slide" Target="slides/slide14.xml"/><Relationship Id="rId42" Type="http://schemas.openxmlformats.org/officeDocument/2006/relationships/font" Target="fonts/FigtreeSemiBold-italic.fntdata"/><Relationship Id="rId41" Type="http://schemas.openxmlformats.org/officeDocument/2006/relationships/font" Target="fonts/FigtreeSemiBold-bold.fntdata"/><Relationship Id="rId22" Type="http://schemas.openxmlformats.org/officeDocument/2006/relationships/font" Target="fonts/Figtree-regular.fntdata"/><Relationship Id="rId21" Type="http://schemas.openxmlformats.org/officeDocument/2006/relationships/slide" Target="slides/slide15.xml"/><Relationship Id="rId43" Type="http://schemas.openxmlformats.org/officeDocument/2006/relationships/font" Target="fonts/FigtreeSemiBold-boldItalic.fntdata"/><Relationship Id="rId24" Type="http://schemas.openxmlformats.org/officeDocument/2006/relationships/font" Target="fonts/Figtree-italic.fntdata"/><Relationship Id="rId23" Type="http://schemas.openxmlformats.org/officeDocument/2006/relationships/font" Target="fonts/Figtree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FigtreeMedium-regular.fntdata"/><Relationship Id="rId25" Type="http://schemas.openxmlformats.org/officeDocument/2006/relationships/font" Target="fonts/Figtree-boldItalic.fntdata"/><Relationship Id="rId28" Type="http://schemas.openxmlformats.org/officeDocument/2006/relationships/font" Target="fonts/FigtreeMedium-italic.fntdata"/><Relationship Id="rId27" Type="http://schemas.openxmlformats.org/officeDocument/2006/relationships/font" Target="fonts/FigtreeMedium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FigtreeMedium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FigtreeExtraBold-boldItalic.fntdata"/><Relationship Id="rId30" Type="http://schemas.openxmlformats.org/officeDocument/2006/relationships/font" Target="fonts/FigtreeExtraBold-bold.fntdata"/><Relationship Id="rId11" Type="http://schemas.openxmlformats.org/officeDocument/2006/relationships/slide" Target="slides/slide5.xml"/><Relationship Id="rId33" Type="http://schemas.openxmlformats.org/officeDocument/2006/relationships/font" Target="fonts/Montserrat-bold.fntdata"/><Relationship Id="rId10" Type="http://schemas.openxmlformats.org/officeDocument/2006/relationships/slide" Target="slides/slide4.xml"/><Relationship Id="rId32" Type="http://schemas.openxmlformats.org/officeDocument/2006/relationships/font" Target="fonts/Montserrat-regular.fntdata"/><Relationship Id="rId13" Type="http://schemas.openxmlformats.org/officeDocument/2006/relationships/slide" Target="slides/slide7.xml"/><Relationship Id="rId35" Type="http://schemas.openxmlformats.org/officeDocument/2006/relationships/font" Target="fonts/Montserrat-boldItalic.fntdata"/><Relationship Id="rId12" Type="http://schemas.openxmlformats.org/officeDocument/2006/relationships/slide" Target="slides/slide6.xml"/><Relationship Id="rId34" Type="http://schemas.openxmlformats.org/officeDocument/2006/relationships/font" Target="fonts/Montserrat-italic.fntdata"/><Relationship Id="rId15" Type="http://schemas.openxmlformats.org/officeDocument/2006/relationships/slide" Target="slides/slide9.xml"/><Relationship Id="rId37" Type="http://schemas.openxmlformats.org/officeDocument/2006/relationships/font" Target="fonts/EBGaramondSemiBold-bold.fntdata"/><Relationship Id="rId14" Type="http://schemas.openxmlformats.org/officeDocument/2006/relationships/slide" Target="slides/slide8.xml"/><Relationship Id="rId36" Type="http://schemas.openxmlformats.org/officeDocument/2006/relationships/font" Target="fonts/EBGaramondSemiBold-regular.fntdata"/><Relationship Id="rId17" Type="http://schemas.openxmlformats.org/officeDocument/2006/relationships/slide" Target="slides/slide11.xml"/><Relationship Id="rId39" Type="http://schemas.openxmlformats.org/officeDocument/2006/relationships/font" Target="fonts/EBGaramondSemiBold-boldItalic.fntdata"/><Relationship Id="rId16" Type="http://schemas.openxmlformats.org/officeDocument/2006/relationships/slide" Target="slides/slide10.xml"/><Relationship Id="rId38" Type="http://schemas.openxmlformats.org/officeDocument/2006/relationships/font" Target="fonts/EBGaramondSemiBold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b5ce48b7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b5ce48b7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b5ce48b7c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b5ce48b7c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5ce48b7c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b5ce48b7c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b71978bfb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b71978bfb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b5ce48b7c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b5ce48b7c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b5ce48b7c5_0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b5ce48b7c5_0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b5ce48b7c5_0_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b5ce48b7c5_0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b5ce48b7c5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b5ce48b7c5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b5ce48b7c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b5ce48b7c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b5ce48b7c5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b5ce48b7c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b5ce48b7c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b5ce48b7c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b71978bfb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b71978bfb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b5ce48b7c5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b5ce48b7c5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b5ce48b7c5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b5ce48b7c5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b5ce48b7c5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b5ce48b7c5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" name="Google Shape;34;p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" name="Google Shape;35;p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_3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">
  <p:cSld name="BLANK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1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" name="Google Shape;50;p1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" name="Google Shape;51;p1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" name="Google Shape;52;p1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" name="Google Shape;53;p1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8" name="Google Shape;58;p1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6" name="Google Shape;66;p1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3" name="Google Shape;73;p15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4" name="Google Shape;74;p15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5" name="Google Shape;75;p15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3" name="Google Shape;83;p1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1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" name="Google Shape;85;p1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" name="Google Shape;86;p1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9" name="Google Shape;99;p1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2" name="Google Shape;102;p1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" name="Google Shape;105;p1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" name="Google Shape;110;p1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1" name="Google Shape;111;p1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4" name="Google Shape;124;p2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22"/>
          <p:cNvGrpSpPr/>
          <p:nvPr/>
        </p:nvGrpSpPr>
        <p:grpSpPr>
          <a:xfrm>
            <a:off x="81" y="-57"/>
            <a:ext cx="9144360" cy="5143800"/>
            <a:chOff x="81" y="-57"/>
            <a:chExt cx="9144360" cy="5143800"/>
          </a:xfrm>
        </p:grpSpPr>
        <p:sp>
          <p:nvSpPr>
            <p:cNvPr id="129" name="Google Shape;129;p22"/>
            <p:cNvSpPr/>
            <p:nvPr/>
          </p:nvSpPr>
          <p:spPr>
            <a:xfrm rot="-5400000">
              <a:off x="-735519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0" name="Google Shape;130;p22"/>
            <p:cNvSpPr/>
            <p:nvPr/>
          </p:nvSpPr>
          <p:spPr>
            <a:xfrm rot="-5400000">
              <a:off x="2000361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1" name="Google Shape;131;p22"/>
            <p:cNvSpPr/>
            <p:nvPr/>
          </p:nvSpPr>
          <p:spPr>
            <a:xfrm rot="-5400000">
              <a:off x="4736241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132" name="Google Shape;132;p22"/>
          <p:cNvSpPr txBox="1"/>
          <p:nvPr>
            <p:ph type="ctrTitle"/>
          </p:nvPr>
        </p:nvSpPr>
        <p:spPr>
          <a:xfrm>
            <a:off x="429300" y="1681700"/>
            <a:ext cx="8285400" cy="13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idx="1" type="subTitle"/>
          </p:nvPr>
        </p:nvSpPr>
        <p:spPr>
          <a:xfrm>
            <a:off x="429300" y="3116325"/>
            <a:ext cx="82854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34" name="Google Shape;134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1pPr>
            <a:lvl2pPr lvl="1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body" type="secHead">
  <p:cSld name="SECTION_HEADER">
    <p:bg>
      <p:bgPr>
        <a:solidFill>
          <a:schemeClr val="lt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23"/>
          <p:cNvGrpSpPr/>
          <p:nvPr/>
        </p:nvGrpSpPr>
        <p:grpSpPr>
          <a:xfrm>
            <a:off x="1500" y="656450"/>
            <a:ext cx="9144473" cy="4268250"/>
            <a:chOff x="1500" y="656450"/>
            <a:chExt cx="9144473" cy="4268250"/>
          </a:xfrm>
        </p:grpSpPr>
        <p:sp>
          <p:nvSpPr>
            <p:cNvPr id="137" name="Google Shape;137;p23"/>
            <p:cNvSpPr/>
            <p:nvPr/>
          </p:nvSpPr>
          <p:spPr>
            <a:xfrm rot="-5400000">
              <a:off x="3342986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8" name="Google Shape;138;p23"/>
            <p:cNvSpPr/>
            <p:nvPr/>
          </p:nvSpPr>
          <p:spPr>
            <a:xfrm rot="-5400000">
              <a:off x="462150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9" name="Google Shape;139;p23"/>
            <p:cNvSpPr/>
            <p:nvPr/>
          </p:nvSpPr>
          <p:spPr>
            <a:xfrm>
              <a:off x="2401856" y="1764425"/>
              <a:ext cx="1463100" cy="205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40" name="Google Shape;140;p23"/>
            <p:cNvSpPr/>
            <p:nvPr/>
          </p:nvSpPr>
          <p:spPr>
            <a:xfrm rot="-5400000">
              <a:off x="6223823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1" name="Google Shape;141;p23"/>
            <p:cNvSpPr/>
            <p:nvPr/>
          </p:nvSpPr>
          <p:spPr>
            <a:xfrm rot="-5400000">
              <a:off x="3342986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2" name="Google Shape;142;p23"/>
            <p:cNvSpPr/>
            <p:nvPr/>
          </p:nvSpPr>
          <p:spPr>
            <a:xfrm rot="-5400000">
              <a:off x="462150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3" name="Google Shape;143;p23"/>
            <p:cNvSpPr/>
            <p:nvPr/>
          </p:nvSpPr>
          <p:spPr>
            <a:xfrm rot="-5400000">
              <a:off x="6223823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4" name="Google Shape;144;p23"/>
            <p:cNvSpPr/>
            <p:nvPr/>
          </p:nvSpPr>
          <p:spPr>
            <a:xfrm>
              <a:off x="5282615" y="1764425"/>
              <a:ext cx="1463100" cy="205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147" name="Google Shape;147;p23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9" name="Google Shape;149;p23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" name="Google Shape;150;p23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1" name="Google Shape;151;p23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2" name="Google Shape;152;p23"/>
          <p:cNvSpPr txBox="1"/>
          <p:nvPr>
            <p:ph idx="2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3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SECTION_HEADER_1">
    <p:bg>
      <p:bgPr>
        <a:solidFill>
          <a:schemeClr val="lt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56" name="Google Shape;156;p24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157" name="Google Shape;157;p24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9" name="Google Shape;159;p24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" name="Google Shape;160;p24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2" name="Google Shape;162;p24"/>
          <p:cNvSpPr txBox="1"/>
          <p:nvPr>
            <p:ph idx="2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" type="tx">
  <p:cSld name="TITLE_AND_BODY">
    <p:bg>
      <p:bgPr>
        <a:solidFill>
          <a:schemeClr val="accen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/>
          <p:nvPr/>
        </p:nvSpPr>
        <p:spPr>
          <a:xfrm>
            <a:off x="0" y="635100"/>
            <a:ext cx="4572000" cy="42894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5"/>
          <p:cNvSpPr/>
          <p:nvPr>
            <p:ph idx="2" type="pic"/>
          </p:nvPr>
        </p:nvSpPr>
        <p:spPr>
          <a:xfrm>
            <a:off x="4572000" y="635100"/>
            <a:ext cx="4572000" cy="42894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7" name="Google Shape;167;p25"/>
          <p:cNvSpPr txBox="1"/>
          <p:nvPr>
            <p:ph type="title"/>
          </p:nvPr>
        </p:nvSpPr>
        <p:spPr>
          <a:xfrm>
            <a:off x="639300" y="1960688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9pPr>
          </a:lstStyle>
          <a:p/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639300" y="2675513"/>
            <a:ext cx="3293400" cy="8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69" name="Google Shape;169;p25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0" name="Google Shape;170;p2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1" name="Google Shape;171;p25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25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4" name="Google Shape;174;p25"/>
          <p:cNvSpPr txBox="1"/>
          <p:nvPr>
            <p:ph idx="3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75" name="Google Shape;175;p25"/>
          <p:cNvSpPr txBox="1"/>
          <p:nvPr>
            <p:ph idx="4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points 1" type="twoColTx">
  <p:cSld name="TITLE_AND_TWO_COLUMNS">
    <p:bg>
      <p:bgPr>
        <a:solidFill>
          <a:schemeClr val="accent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8" name="Google Shape;178;p2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9" name="Google Shape;179;p26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26"/>
          <p:cNvSpPr txBox="1"/>
          <p:nvPr>
            <p:ph type="title"/>
          </p:nvPr>
        </p:nvSpPr>
        <p:spPr>
          <a:xfrm>
            <a:off x="437250" y="768288"/>
            <a:ext cx="8269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9pPr>
          </a:lstStyle>
          <a:p/>
        </p:txBody>
      </p:sp>
      <p:grpSp>
        <p:nvGrpSpPr>
          <p:cNvPr id="181" name="Google Shape;181;p26"/>
          <p:cNvGrpSpPr/>
          <p:nvPr/>
        </p:nvGrpSpPr>
        <p:grpSpPr>
          <a:xfrm>
            <a:off x="1275" y="1477575"/>
            <a:ext cx="9142725" cy="3447039"/>
            <a:chOff x="1275" y="1477575"/>
            <a:chExt cx="9142725" cy="3447039"/>
          </a:xfrm>
        </p:grpSpPr>
        <p:sp>
          <p:nvSpPr>
            <p:cNvPr id="182" name="Google Shape;182;p26"/>
            <p:cNvSpPr/>
            <p:nvPr/>
          </p:nvSpPr>
          <p:spPr>
            <a:xfrm rot="5400000">
              <a:off x="644025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3" name="Google Shape;183;p26"/>
            <p:cNvSpPr/>
            <p:nvPr/>
          </p:nvSpPr>
          <p:spPr>
            <a:xfrm rot="5400000">
              <a:off x="3690750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4" name="Google Shape;184;p26"/>
            <p:cNvSpPr/>
            <p:nvPr/>
          </p:nvSpPr>
          <p:spPr>
            <a:xfrm rot="5400000">
              <a:off x="6738750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5" name="Google Shape;185;p26"/>
            <p:cNvSpPr/>
            <p:nvPr/>
          </p:nvSpPr>
          <p:spPr>
            <a:xfrm rot="5400000">
              <a:off x="644025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6" name="Google Shape;186;p26"/>
            <p:cNvSpPr/>
            <p:nvPr/>
          </p:nvSpPr>
          <p:spPr>
            <a:xfrm rot="5400000">
              <a:off x="3691388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7" name="Google Shape;187;p26"/>
            <p:cNvSpPr/>
            <p:nvPr/>
          </p:nvSpPr>
          <p:spPr>
            <a:xfrm rot="5400000">
              <a:off x="6738750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188" name="Google Shape;188;p26"/>
          <p:cNvSpPr txBox="1"/>
          <p:nvPr>
            <p:ph idx="2" type="title"/>
          </p:nvPr>
        </p:nvSpPr>
        <p:spPr>
          <a:xfrm>
            <a:off x="3409838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89" name="Google Shape;189;p26"/>
          <p:cNvSpPr txBox="1"/>
          <p:nvPr>
            <p:ph idx="1" type="body"/>
          </p:nvPr>
        </p:nvSpPr>
        <p:spPr>
          <a:xfrm>
            <a:off x="3409838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3" type="title"/>
          </p:nvPr>
        </p:nvSpPr>
        <p:spPr>
          <a:xfrm>
            <a:off x="362475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1" name="Google Shape;191;p26"/>
          <p:cNvSpPr txBox="1"/>
          <p:nvPr>
            <p:ph idx="4" type="body"/>
          </p:nvPr>
        </p:nvSpPr>
        <p:spPr>
          <a:xfrm>
            <a:off x="362475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2" name="Google Shape;192;p26"/>
          <p:cNvSpPr txBox="1"/>
          <p:nvPr>
            <p:ph idx="5" type="title"/>
          </p:nvPr>
        </p:nvSpPr>
        <p:spPr>
          <a:xfrm>
            <a:off x="6457200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3" name="Google Shape;193;p26"/>
          <p:cNvSpPr txBox="1"/>
          <p:nvPr>
            <p:ph idx="6" type="body"/>
          </p:nvPr>
        </p:nvSpPr>
        <p:spPr>
          <a:xfrm>
            <a:off x="6457200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4" name="Google Shape;194;p26"/>
          <p:cNvSpPr txBox="1"/>
          <p:nvPr>
            <p:ph idx="7" type="title"/>
          </p:nvPr>
        </p:nvSpPr>
        <p:spPr>
          <a:xfrm>
            <a:off x="362475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5" name="Google Shape;195;p26"/>
          <p:cNvSpPr txBox="1"/>
          <p:nvPr>
            <p:ph idx="8" type="body"/>
          </p:nvPr>
        </p:nvSpPr>
        <p:spPr>
          <a:xfrm>
            <a:off x="362475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6" name="Google Shape;196;p26"/>
          <p:cNvSpPr txBox="1"/>
          <p:nvPr>
            <p:ph idx="9" type="title"/>
          </p:nvPr>
        </p:nvSpPr>
        <p:spPr>
          <a:xfrm>
            <a:off x="3409200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7" name="Google Shape;197;p26"/>
          <p:cNvSpPr txBox="1"/>
          <p:nvPr>
            <p:ph idx="13" type="body"/>
          </p:nvPr>
        </p:nvSpPr>
        <p:spPr>
          <a:xfrm>
            <a:off x="3409200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8" name="Google Shape;198;p26"/>
          <p:cNvSpPr txBox="1"/>
          <p:nvPr>
            <p:ph idx="14" type="title"/>
          </p:nvPr>
        </p:nvSpPr>
        <p:spPr>
          <a:xfrm>
            <a:off x="6381150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9" name="Google Shape;199;p26"/>
          <p:cNvSpPr txBox="1"/>
          <p:nvPr>
            <p:ph idx="15" type="body"/>
          </p:nvPr>
        </p:nvSpPr>
        <p:spPr>
          <a:xfrm>
            <a:off x="6381150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00" name="Google Shape;200;p26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2" name="Google Shape;202;p26"/>
          <p:cNvSpPr txBox="1"/>
          <p:nvPr>
            <p:ph idx="16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03" name="Google Shape;203;p26"/>
          <p:cNvSpPr txBox="1"/>
          <p:nvPr>
            <p:ph idx="17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1" type="titleOnly">
  <p:cSld name="TITLE_ONLY">
    <p:bg>
      <p:bgPr>
        <a:solidFill>
          <a:schemeClr val="accent3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6" name="Google Shape;206;p2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7" name="Google Shape;207;p27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8" name="Google Shape;208;p27"/>
          <p:cNvGrpSpPr/>
          <p:nvPr/>
        </p:nvGrpSpPr>
        <p:grpSpPr>
          <a:xfrm>
            <a:off x="1" y="656600"/>
            <a:ext cx="9143948" cy="4268310"/>
            <a:chOff x="1" y="656600"/>
            <a:chExt cx="9143948" cy="4268310"/>
          </a:xfrm>
        </p:grpSpPr>
        <p:sp>
          <p:nvSpPr>
            <p:cNvPr id="209" name="Google Shape;209;p27"/>
            <p:cNvSpPr/>
            <p:nvPr/>
          </p:nvSpPr>
          <p:spPr>
            <a:xfrm>
              <a:off x="1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0" name="Google Shape;210;p27"/>
            <p:cNvSpPr/>
            <p:nvPr/>
          </p:nvSpPr>
          <p:spPr>
            <a:xfrm>
              <a:off x="2193874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1" name="Google Shape;211;p27"/>
            <p:cNvSpPr/>
            <p:nvPr/>
          </p:nvSpPr>
          <p:spPr>
            <a:xfrm>
              <a:off x="1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2" name="Google Shape;212;p27"/>
            <p:cNvSpPr/>
            <p:nvPr/>
          </p:nvSpPr>
          <p:spPr>
            <a:xfrm>
              <a:off x="2193874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873232" y="1523415"/>
              <a:ext cx="2864400" cy="25347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4" name="Google Shape;214;p27"/>
            <p:cNvSpPr/>
            <p:nvPr/>
          </p:nvSpPr>
          <p:spPr>
            <a:xfrm>
              <a:off x="4533576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6727449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4533576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7" name="Google Shape;217;p27"/>
            <p:cNvSpPr/>
            <p:nvPr/>
          </p:nvSpPr>
          <p:spPr>
            <a:xfrm>
              <a:off x="6727449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8" name="Google Shape;218;p27"/>
            <p:cNvSpPr/>
            <p:nvPr/>
          </p:nvSpPr>
          <p:spPr>
            <a:xfrm>
              <a:off x="5406807" y="1523415"/>
              <a:ext cx="2864400" cy="25347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19" name="Google Shape;219;p27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20" name="Google Shape;220;p27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21" name="Google Shape;221;p27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2" name="Google Shape;222;p27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23" name="Google Shape;223;p27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4" name="Google Shape;224;p27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26" name="Google Shape;226;p27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27" name="Google Shape;227;p27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1">
  <p:cSld name="ONE_COLUMN_TEXT">
    <p:bg>
      <p:bgPr>
        <a:solidFill>
          <a:schemeClr val="dk2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30" name="Google Shape;230;p2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1" name="Google Shape;231;p28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2" name="Google Shape;232;p28"/>
          <p:cNvGrpSpPr/>
          <p:nvPr/>
        </p:nvGrpSpPr>
        <p:grpSpPr>
          <a:xfrm>
            <a:off x="1675" y="656598"/>
            <a:ext cx="9143766" cy="4268100"/>
            <a:chOff x="1675" y="656598"/>
            <a:chExt cx="9143766" cy="4268100"/>
          </a:xfrm>
        </p:grpSpPr>
        <p:sp>
          <p:nvSpPr>
            <p:cNvPr id="233" name="Google Shape;233;p28"/>
            <p:cNvSpPr/>
            <p:nvPr/>
          </p:nvSpPr>
          <p:spPr>
            <a:xfrm>
              <a:off x="1675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4" name="Google Shape;234;p28"/>
            <p:cNvSpPr/>
            <p:nvPr/>
          </p:nvSpPr>
          <p:spPr>
            <a:xfrm>
              <a:off x="2977708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5" name="Google Shape;235;p28"/>
            <p:cNvSpPr/>
            <p:nvPr/>
          </p:nvSpPr>
          <p:spPr>
            <a:xfrm>
              <a:off x="5953741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36" name="Google Shape;236;p2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7" name="Google Shape;237;p28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238" name="Google Shape;238;p28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39" name="Google Shape;239;p28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0" name="Google Shape;240;p28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41" name="Google Shape;241;p28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2" name="Google Shape;242;p28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43" name="Google Shape;243;p28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44" name="Google Shape;244;p28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45" name="Google Shape;245;p28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2">
  <p:cSld name="MAIN_POINT">
    <p:bg>
      <p:bgPr>
        <a:solidFill>
          <a:schemeClr val="lt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29"/>
          <p:cNvGrpSpPr/>
          <p:nvPr/>
        </p:nvGrpSpPr>
        <p:grpSpPr>
          <a:xfrm>
            <a:off x="-25" y="656852"/>
            <a:ext cx="9144036" cy="4268100"/>
            <a:chOff x="-25" y="656852"/>
            <a:chExt cx="9144036" cy="4268100"/>
          </a:xfrm>
        </p:grpSpPr>
        <p:sp>
          <p:nvSpPr>
            <p:cNvPr id="248" name="Google Shape;248;p29"/>
            <p:cNvSpPr/>
            <p:nvPr/>
          </p:nvSpPr>
          <p:spPr>
            <a:xfrm rot="-5400000">
              <a:off x="3345537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 rot="-5400000">
              <a:off x="4657144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 rot="-5400000">
              <a:off x="5968811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 rot="-5400000">
              <a:off x="-1092925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2" name="Google Shape;252;p29"/>
            <p:cNvSpPr/>
            <p:nvPr/>
          </p:nvSpPr>
          <p:spPr>
            <a:xfrm rot="-5400000">
              <a:off x="218682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3" name="Google Shape;253;p29"/>
            <p:cNvSpPr/>
            <p:nvPr/>
          </p:nvSpPr>
          <p:spPr>
            <a:xfrm rot="-5400000">
              <a:off x="1530349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254" name="Google Shape;254;p29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55" name="Google Shape;255;p2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56" name="Google Shape;256;p29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29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58" name="Google Shape;258;p29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59" name="Google Shape;259;p29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0" name="Google Shape;260;p29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61" name="Google Shape;261;p29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2" name="Google Shape;262;p29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63" name="Google Shape;263;p29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64" name="Google Shape;264;p29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65" name="Google Shape;265;p29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2">
  <p:cSld name="SECTION_TITLE_AND_DESCRIPTION_1">
    <p:bg>
      <p:bgPr>
        <a:solidFill>
          <a:schemeClr val="accent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30"/>
          <p:cNvGrpSpPr/>
          <p:nvPr/>
        </p:nvGrpSpPr>
        <p:grpSpPr>
          <a:xfrm>
            <a:off x="0" y="655700"/>
            <a:ext cx="9143980" cy="4282350"/>
            <a:chOff x="0" y="655700"/>
            <a:chExt cx="9143980" cy="4282350"/>
          </a:xfrm>
        </p:grpSpPr>
        <p:sp>
          <p:nvSpPr>
            <p:cNvPr id="268" name="Google Shape;268;p30"/>
            <p:cNvSpPr/>
            <p:nvPr/>
          </p:nvSpPr>
          <p:spPr>
            <a:xfrm>
              <a:off x="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69" name="Google Shape;269;p30"/>
            <p:cNvSpPr/>
            <p:nvPr/>
          </p:nvSpPr>
          <p:spPr>
            <a:xfrm flipH="1" rot="10800000">
              <a:off x="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0" name="Google Shape;270;p30"/>
            <p:cNvSpPr/>
            <p:nvPr/>
          </p:nvSpPr>
          <p:spPr>
            <a:xfrm>
              <a:off x="301799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1" name="Google Shape;271;p30"/>
            <p:cNvSpPr/>
            <p:nvPr/>
          </p:nvSpPr>
          <p:spPr>
            <a:xfrm flipH="1" rot="10800000">
              <a:off x="301799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2" name="Google Shape;272;p30"/>
            <p:cNvSpPr/>
            <p:nvPr/>
          </p:nvSpPr>
          <p:spPr>
            <a:xfrm>
              <a:off x="603598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3" name="Google Shape;273;p30"/>
            <p:cNvSpPr/>
            <p:nvPr/>
          </p:nvSpPr>
          <p:spPr>
            <a:xfrm flipH="1" rot="10800000">
              <a:off x="603598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74" name="Google Shape;274;p30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75" name="Google Shape;275;p30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76" name="Google Shape;276;p30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" name="Google Shape;277;p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8" name="Google Shape;278;p30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279" name="Google Shape;279;p30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80" name="Google Shape;280;p30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1" name="Google Shape;281;p30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82" name="Google Shape;282;p30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3" name="Google Shape;283;p30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84" name="Google Shape;284;p30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85" name="Google Shape;285;p30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86" name="Google Shape;286;p30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3">
  <p:cSld name="CAPTION_ONLY_1">
    <p:bg>
      <p:bgPr>
        <a:solidFill>
          <a:schemeClr val="accent2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31"/>
          <p:cNvGrpSpPr/>
          <p:nvPr/>
        </p:nvGrpSpPr>
        <p:grpSpPr>
          <a:xfrm>
            <a:off x="45" y="656725"/>
            <a:ext cx="9144010" cy="4268100"/>
            <a:chOff x="45" y="656725"/>
            <a:chExt cx="9144010" cy="4268100"/>
          </a:xfrm>
        </p:grpSpPr>
        <p:sp>
          <p:nvSpPr>
            <p:cNvPr id="289" name="Google Shape;289;p31"/>
            <p:cNvSpPr/>
            <p:nvPr/>
          </p:nvSpPr>
          <p:spPr>
            <a:xfrm flipH="1" rot="-5400000">
              <a:off x="120255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 rot="5400000">
              <a:off x="-89230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 flipH="1" rot="5400000">
              <a:off x="367344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 rot="-5400000">
              <a:off x="576830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93" name="Google Shape;293;p31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94" name="Google Shape;294;p3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95" name="Google Shape;295;p31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31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97" name="Google Shape;297;p31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98" name="Google Shape;298;p31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9" name="Google Shape;299;p31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00" name="Google Shape;300;p31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1" name="Google Shape;301;p31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02" name="Google Shape;302;p31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03" name="Google Shape;303;p31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04" name="Google Shape;304;p31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3">
  <p:cSld name="BIG_NUMBER_2">
    <p:bg>
      <p:bgPr>
        <a:solidFill>
          <a:schemeClr val="accent3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32"/>
          <p:cNvGrpSpPr/>
          <p:nvPr/>
        </p:nvGrpSpPr>
        <p:grpSpPr>
          <a:xfrm>
            <a:off x="0" y="650025"/>
            <a:ext cx="9143966" cy="4268100"/>
            <a:chOff x="0" y="650025"/>
            <a:chExt cx="9143966" cy="4268100"/>
          </a:xfrm>
        </p:grpSpPr>
        <p:sp>
          <p:nvSpPr>
            <p:cNvPr id="307" name="Google Shape;307;p32"/>
            <p:cNvSpPr/>
            <p:nvPr/>
          </p:nvSpPr>
          <p:spPr>
            <a:xfrm>
              <a:off x="0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8" name="Google Shape;308;p32"/>
            <p:cNvSpPr/>
            <p:nvPr/>
          </p:nvSpPr>
          <p:spPr>
            <a:xfrm>
              <a:off x="3037633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9" name="Google Shape;309;p32"/>
            <p:cNvSpPr/>
            <p:nvPr/>
          </p:nvSpPr>
          <p:spPr>
            <a:xfrm>
              <a:off x="6075266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10" name="Google Shape;310;p32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11" name="Google Shape;311;p32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2" name="Google Shape;312;p32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" name="Google Shape;313;p3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4" name="Google Shape;314;p32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315" name="Google Shape;315;p32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16" name="Google Shape;316;p32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7" name="Google Shape;317;p32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18" name="Google Shape;318;p32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9" name="Google Shape;319;p32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20" name="Google Shape;320;p32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21" name="Google Shape;321;p32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22" name="Google Shape;322;p32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points 2">
  <p:cSld name="BIG_NUMBER_1_2">
    <p:bg>
      <p:bgPr>
        <a:solidFill>
          <a:schemeClr val="dk2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3"/>
          <p:cNvGrpSpPr/>
          <p:nvPr/>
        </p:nvGrpSpPr>
        <p:grpSpPr>
          <a:xfrm>
            <a:off x="0" y="1477575"/>
            <a:ext cx="9145300" cy="3447050"/>
            <a:chOff x="0" y="1477575"/>
            <a:chExt cx="9145300" cy="3447050"/>
          </a:xfrm>
        </p:grpSpPr>
        <p:sp>
          <p:nvSpPr>
            <p:cNvPr id="325" name="Google Shape;325;p33"/>
            <p:cNvSpPr/>
            <p:nvPr/>
          </p:nvSpPr>
          <p:spPr>
            <a:xfrm>
              <a:off x="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3"/>
            <p:cNvSpPr/>
            <p:nvPr/>
          </p:nvSpPr>
          <p:spPr>
            <a:xfrm>
              <a:off x="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3"/>
            <p:cNvSpPr/>
            <p:nvPr/>
          </p:nvSpPr>
          <p:spPr>
            <a:xfrm>
              <a:off x="609730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3"/>
            <p:cNvSpPr/>
            <p:nvPr/>
          </p:nvSpPr>
          <p:spPr>
            <a:xfrm>
              <a:off x="609730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3"/>
            <p:cNvSpPr/>
            <p:nvPr/>
          </p:nvSpPr>
          <p:spPr>
            <a:xfrm>
              <a:off x="304800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3"/>
            <p:cNvSpPr/>
            <p:nvPr/>
          </p:nvSpPr>
          <p:spPr>
            <a:xfrm>
              <a:off x="304800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1" name="Google Shape;331;p33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32" name="Google Shape;332;p3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3" name="Google Shape;333;p33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3"/>
          <p:cNvSpPr txBox="1"/>
          <p:nvPr>
            <p:ph type="title"/>
          </p:nvPr>
        </p:nvSpPr>
        <p:spPr>
          <a:xfrm>
            <a:off x="437250" y="768288"/>
            <a:ext cx="8269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9pPr>
          </a:lstStyle>
          <a:p/>
        </p:txBody>
      </p:sp>
      <p:sp>
        <p:nvSpPr>
          <p:cNvPr id="335" name="Google Shape;335;p33"/>
          <p:cNvSpPr txBox="1"/>
          <p:nvPr>
            <p:ph idx="2" type="title"/>
          </p:nvPr>
        </p:nvSpPr>
        <p:spPr>
          <a:xfrm>
            <a:off x="3409838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36" name="Google Shape;336;p33"/>
          <p:cNvSpPr txBox="1"/>
          <p:nvPr>
            <p:ph idx="1" type="body"/>
          </p:nvPr>
        </p:nvSpPr>
        <p:spPr>
          <a:xfrm>
            <a:off x="3409838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7" name="Google Shape;337;p33"/>
          <p:cNvSpPr txBox="1"/>
          <p:nvPr>
            <p:ph idx="3" type="title"/>
          </p:nvPr>
        </p:nvSpPr>
        <p:spPr>
          <a:xfrm>
            <a:off x="362475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38" name="Google Shape;338;p33"/>
          <p:cNvSpPr txBox="1"/>
          <p:nvPr>
            <p:ph idx="4" type="body"/>
          </p:nvPr>
        </p:nvSpPr>
        <p:spPr>
          <a:xfrm>
            <a:off x="362475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9" name="Google Shape;339;p33"/>
          <p:cNvSpPr txBox="1"/>
          <p:nvPr>
            <p:ph idx="5" type="title"/>
          </p:nvPr>
        </p:nvSpPr>
        <p:spPr>
          <a:xfrm>
            <a:off x="6457200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0" name="Google Shape;340;p33"/>
          <p:cNvSpPr txBox="1"/>
          <p:nvPr>
            <p:ph idx="6" type="body"/>
          </p:nvPr>
        </p:nvSpPr>
        <p:spPr>
          <a:xfrm>
            <a:off x="6457200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1" name="Google Shape;341;p33"/>
          <p:cNvSpPr txBox="1"/>
          <p:nvPr>
            <p:ph idx="7" type="title"/>
          </p:nvPr>
        </p:nvSpPr>
        <p:spPr>
          <a:xfrm>
            <a:off x="362475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2" name="Google Shape;342;p33"/>
          <p:cNvSpPr txBox="1"/>
          <p:nvPr>
            <p:ph idx="8" type="body"/>
          </p:nvPr>
        </p:nvSpPr>
        <p:spPr>
          <a:xfrm>
            <a:off x="362475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3" name="Google Shape;343;p33"/>
          <p:cNvSpPr txBox="1"/>
          <p:nvPr>
            <p:ph idx="9" type="title"/>
          </p:nvPr>
        </p:nvSpPr>
        <p:spPr>
          <a:xfrm>
            <a:off x="3409200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4" name="Google Shape;344;p33"/>
          <p:cNvSpPr txBox="1"/>
          <p:nvPr>
            <p:ph idx="13" type="body"/>
          </p:nvPr>
        </p:nvSpPr>
        <p:spPr>
          <a:xfrm>
            <a:off x="3409200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5" name="Google Shape;345;p33"/>
          <p:cNvSpPr txBox="1"/>
          <p:nvPr>
            <p:ph idx="14" type="title"/>
          </p:nvPr>
        </p:nvSpPr>
        <p:spPr>
          <a:xfrm>
            <a:off x="6381150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6" name="Google Shape;346;p33"/>
          <p:cNvSpPr txBox="1"/>
          <p:nvPr>
            <p:ph idx="15" type="body"/>
          </p:nvPr>
        </p:nvSpPr>
        <p:spPr>
          <a:xfrm>
            <a:off x="6381150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7" name="Google Shape;347;p33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48" name="Google Shape;348;p33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49" name="Google Shape;349;p33"/>
          <p:cNvSpPr txBox="1"/>
          <p:nvPr>
            <p:ph idx="16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50" name="Google Shape;350;p33"/>
          <p:cNvSpPr txBox="1"/>
          <p:nvPr>
            <p:ph idx="17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BIG_NUMBER_1_1">
    <p:bg>
      <p:bgPr>
        <a:solidFill>
          <a:schemeClr val="lt2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3" name="Google Shape;353;p3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4" name="Google Shape;354;p34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" name="Google Shape;355;p34"/>
          <p:cNvSpPr/>
          <p:nvPr/>
        </p:nvSpPr>
        <p:spPr>
          <a:xfrm>
            <a:off x="-150" y="656513"/>
            <a:ext cx="9144300" cy="4268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6" name="Google Shape;356;p34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57" name="Google Shape;357;p34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8" name="Google Shape;358;p34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9" name="Google Shape;359;p34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60" name="Google Shape;360;p34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1">
  <p:cSld name="BIG_NUMBER_1_1_1_1">
    <p:bg>
      <p:bgPr>
        <a:solidFill>
          <a:schemeClr val="accent2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35"/>
          <p:cNvGrpSpPr/>
          <p:nvPr/>
        </p:nvGrpSpPr>
        <p:grpSpPr>
          <a:xfrm>
            <a:off x="-968" y="656650"/>
            <a:ext cx="9145937" cy="4268100"/>
            <a:chOff x="1666" y="656650"/>
            <a:chExt cx="9144108" cy="4268100"/>
          </a:xfrm>
        </p:grpSpPr>
        <p:sp>
          <p:nvSpPr>
            <p:cNvPr id="363" name="Google Shape;363;p35"/>
            <p:cNvSpPr/>
            <p:nvPr/>
          </p:nvSpPr>
          <p:spPr>
            <a:xfrm>
              <a:off x="166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4" name="Google Shape;364;p35"/>
            <p:cNvSpPr/>
            <p:nvPr/>
          </p:nvSpPr>
          <p:spPr>
            <a:xfrm>
              <a:off x="180874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5" name="Google Shape;365;p35"/>
            <p:cNvSpPr/>
            <p:nvPr/>
          </p:nvSpPr>
          <p:spPr>
            <a:xfrm>
              <a:off x="361582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6" name="Google Shape;366;p35"/>
            <p:cNvSpPr/>
            <p:nvPr/>
          </p:nvSpPr>
          <p:spPr>
            <a:xfrm>
              <a:off x="542290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7" name="Google Shape;367;p35"/>
            <p:cNvSpPr/>
            <p:nvPr/>
          </p:nvSpPr>
          <p:spPr>
            <a:xfrm>
              <a:off x="7229974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68" name="Google Shape;368;p35"/>
          <p:cNvSpPr txBox="1"/>
          <p:nvPr>
            <p:ph idx="1" type="body"/>
          </p:nvPr>
        </p:nvSpPr>
        <p:spPr>
          <a:xfrm>
            <a:off x="35137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69" name="Google Shape;369;p35"/>
          <p:cNvSpPr txBox="1"/>
          <p:nvPr>
            <p:ph idx="2" type="body"/>
          </p:nvPr>
        </p:nvSpPr>
        <p:spPr>
          <a:xfrm>
            <a:off x="35137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0" name="Google Shape;370;p35"/>
          <p:cNvSpPr txBox="1"/>
          <p:nvPr>
            <p:ph idx="3" type="body"/>
          </p:nvPr>
        </p:nvSpPr>
        <p:spPr>
          <a:xfrm>
            <a:off x="932400" y="2487400"/>
            <a:ext cx="7279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371" name="Google Shape;371;p35"/>
          <p:cNvSpPr txBox="1"/>
          <p:nvPr>
            <p:ph idx="4" type="body"/>
          </p:nvPr>
        </p:nvSpPr>
        <p:spPr>
          <a:xfrm>
            <a:off x="60951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2" name="Google Shape;372;p35"/>
          <p:cNvSpPr txBox="1"/>
          <p:nvPr>
            <p:ph idx="5" type="body"/>
          </p:nvPr>
        </p:nvSpPr>
        <p:spPr>
          <a:xfrm>
            <a:off x="60951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3" name="Google Shape;373;p35"/>
          <p:cNvSpPr txBox="1"/>
          <p:nvPr>
            <p:ph type="title"/>
          </p:nvPr>
        </p:nvSpPr>
        <p:spPr>
          <a:xfrm>
            <a:off x="932400" y="16349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374" name="Google Shape;374;p35"/>
          <p:cNvSpPr txBox="1"/>
          <p:nvPr>
            <p:ph idx="6" type="body"/>
          </p:nvPr>
        </p:nvSpPr>
        <p:spPr>
          <a:xfrm>
            <a:off x="9324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5" name="Google Shape;375;p35"/>
          <p:cNvSpPr txBox="1"/>
          <p:nvPr>
            <p:ph idx="7" type="body"/>
          </p:nvPr>
        </p:nvSpPr>
        <p:spPr>
          <a:xfrm>
            <a:off x="9324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6" name="Google Shape;376;p35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77" name="Google Shape;377;p3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8" name="Google Shape;378;p35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79" name="Google Shape;379;p35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cxnSp>
        <p:nvCxnSpPr>
          <p:cNvPr id="380" name="Google Shape;380;p35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" name="Google Shape;381;p35"/>
          <p:cNvSpPr txBox="1"/>
          <p:nvPr>
            <p:ph idx="8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82" name="Google Shape;382;p35"/>
          <p:cNvSpPr txBox="1"/>
          <p:nvPr>
            <p:ph idx="9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1, response">
  <p:cSld name="BIG_NUMBER_1_1_1_1_1">
    <p:bg>
      <p:bgPr>
        <a:solidFill>
          <a:schemeClr val="accent3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" name="Google Shape;384;p36"/>
          <p:cNvGrpSpPr/>
          <p:nvPr/>
        </p:nvGrpSpPr>
        <p:grpSpPr>
          <a:xfrm>
            <a:off x="-968" y="656650"/>
            <a:ext cx="9145937" cy="4268100"/>
            <a:chOff x="1666" y="656650"/>
            <a:chExt cx="9144108" cy="4268100"/>
          </a:xfrm>
        </p:grpSpPr>
        <p:sp>
          <p:nvSpPr>
            <p:cNvPr id="385" name="Google Shape;385;p36"/>
            <p:cNvSpPr/>
            <p:nvPr/>
          </p:nvSpPr>
          <p:spPr>
            <a:xfrm>
              <a:off x="166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6" name="Google Shape;386;p36"/>
            <p:cNvSpPr/>
            <p:nvPr/>
          </p:nvSpPr>
          <p:spPr>
            <a:xfrm>
              <a:off x="180874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7" name="Google Shape;387;p36"/>
            <p:cNvSpPr/>
            <p:nvPr/>
          </p:nvSpPr>
          <p:spPr>
            <a:xfrm>
              <a:off x="361582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8" name="Google Shape;388;p36"/>
            <p:cNvSpPr/>
            <p:nvPr/>
          </p:nvSpPr>
          <p:spPr>
            <a:xfrm>
              <a:off x="542290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9" name="Google Shape;389;p36"/>
            <p:cNvSpPr/>
            <p:nvPr/>
          </p:nvSpPr>
          <p:spPr>
            <a:xfrm>
              <a:off x="7229974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90" name="Google Shape;390;p36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1" name="Google Shape;391;p3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2" name="Google Shape;392;p36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" name="Google Shape;393;p36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94" name="Google Shape;394;p36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5" name="Google Shape;395;p36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6" name="Google Shape;396;p36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97" name="Google Shape;397;p36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2">
  <p:cSld name="BIG_NUMBER_1_1_1_1_2">
    <p:bg>
      <p:bgPr>
        <a:solidFill>
          <a:schemeClr val="accent2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oogle Shape;399;p37"/>
          <p:cNvGrpSpPr/>
          <p:nvPr/>
        </p:nvGrpSpPr>
        <p:grpSpPr>
          <a:xfrm>
            <a:off x="-25" y="656526"/>
            <a:ext cx="9143972" cy="4268100"/>
            <a:chOff x="-25" y="656526"/>
            <a:chExt cx="9143972" cy="4268100"/>
          </a:xfrm>
        </p:grpSpPr>
        <p:sp>
          <p:nvSpPr>
            <p:cNvPr id="400" name="Google Shape;400;p37"/>
            <p:cNvSpPr/>
            <p:nvPr/>
          </p:nvSpPr>
          <p:spPr>
            <a:xfrm rot="-5400000">
              <a:off x="-110875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01" name="Google Shape;401;p37"/>
            <p:cNvSpPr/>
            <p:nvPr/>
          </p:nvSpPr>
          <p:spPr>
            <a:xfrm rot="-5400000">
              <a:off x="2437854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02" name="Google Shape;402;p37"/>
            <p:cNvSpPr/>
            <p:nvPr/>
          </p:nvSpPr>
          <p:spPr>
            <a:xfrm rot="-5400000">
              <a:off x="4986697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403" name="Google Shape;403;p37"/>
          <p:cNvSpPr txBox="1"/>
          <p:nvPr>
            <p:ph idx="1" type="body"/>
          </p:nvPr>
        </p:nvSpPr>
        <p:spPr>
          <a:xfrm>
            <a:off x="932400" y="2487400"/>
            <a:ext cx="7279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404" name="Google Shape;404;p37"/>
          <p:cNvSpPr txBox="1"/>
          <p:nvPr>
            <p:ph type="title"/>
          </p:nvPr>
        </p:nvSpPr>
        <p:spPr>
          <a:xfrm>
            <a:off x="932400" y="16349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405" name="Google Shape;405;p37"/>
          <p:cNvSpPr txBox="1"/>
          <p:nvPr>
            <p:ph idx="2" type="body"/>
          </p:nvPr>
        </p:nvSpPr>
        <p:spPr>
          <a:xfrm>
            <a:off x="9324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6" name="Google Shape;406;p37"/>
          <p:cNvSpPr txBox="1"/>
          <p:nvPr>
            <p:ph idx="3" type="body"/>
          </p:nvPr>
        </p:nvSpPr>
        <p:spPr>
          <a:xfrm>
            <a:off x="9324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7" name="Google Shape;407;p37"/>
          <p:cNvSpPr txBox="1"/>
          <p:nvPr>
            <p:ph idx="4" type="body"/>
          </p:nvPr>
        </p:nvSpPr>
        <p:spPr>
          <a:xfrm>
            <a:off x="35137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8" name="Google Shape;408;p37"/>
          <p:cNvSpPr txBox="1"/>
          <p:nvPr>
            <p:ph idx="5" type="body"/>
          </p:nvPr>
        </p:nvSpPr>
        <p:spPr>
          <a:xfrm>
            <a:off x="35137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9" name="Google Shape;409;p37"/>
          <p:cNvSpPr txBox="1"/>
          <p:nvPr>
            <p:ph idx="6" type="body"/>
          </p:nvPr>
        </p:nvSpPr>
        <p:spPr>
          <a:xfrm>
            <a:off x="60951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10" name="Google Shape;410;p37"/>
          <p:cNvSpPr txBox="1"/>
          <p:nvPr>
            <p:ph idx="7" type="body"/>
          </p:nvPr>
        </p:nvSpPr>
        <p:spPr>
          <a:xfrm>
            <a:off x="60951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11" name="Google Shape;411;p37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12" name="Google Shape;412;p3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3" name="Google Shape;413;p37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14" name="Google Shape;414;p37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cxnSp>
        <p:nvCxnSpPr>
          <p:cNvPr id="415" name="Google Shape;415;p37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37"/>
          <p:cNvSpPr txBox="1"/>
          <p:nvPr>
            <p:ph idx="8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17" name="Google Shape;417;p37"/>
          <p:cNvSpPr txBox="1"/>
          <p:nvPr>
            <p:ph idx="9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2, response">
  <p:cSld name="BIG_NUMBER_1_1_1_1_1_2">
    <p:bg>
      <p:bgPr>
        <a:solidFill>
          <a:schemeClr val="accent3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38"/>
          <p:cNvGrpSpPr/>
          <p:nvPr/>
        </p:nvGrpSpPr>
        <p:grpSpPr>
          <a:xfrm>
            <a:off x="-25" y="656526"/>
            <a:ext cx="9143972" cy="4268100"/>
            <a:chOff x="-25" y="656526"/>
            <a:chExt cx="9143972" cy="4268100"/>
          </a:xfrm>
        </p:grpSpPr>
        <p:sp>
          <p:nvSpPr>
            <p:cNvPr id="420" name="Google Shape;420;p38"/>
            <p:cNvSpPr/>
            <p:nvPr/>
          </p:nvSpPr>
          <p:spPr>
            <a:xfrm rot="-5400000">
              <a:off x="-110875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21" name="Google Shape;421;p38"/>
            <p:cNvSpPr/>
            <p:nvPr/>
          </p:nvSpPr>
          <p:spPr>
            <a:xfrm rot="-5400000">
              <a:off x="2437854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22" name="Google Shape;422;p38"/>
            <p:cNvSpPr/>
            <p:nvPr/>
          </p:nvSpPr>
          <p:spPr>
            <a:xfrm rot="-5400000">
              <a:off x="4986697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423" name="Google Shape;423;p38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4" name="Google Shape;424;p3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25" name="Google Shape;425;p38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" name="Google Shape;426;p38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427" name="Google Shape;427;p38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8" name="Google Shape;428;p38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9" name="Google Shape;429;p38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30" name="Google Shape;430;p38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 type="blank">
  <p:cSld name="BLANK">
    <p:bg>
      <p:bgPr>
        <a:solidFill>
          <a:schemeClr val="dk2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9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3" name="Google Shape;433;p3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34" name="Google Shape;434;p39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" name="Google Shape;435;p39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6" name="Google Shape;436;p39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7" name="Google Shape;437;p39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38" name="Google Shape;438;p39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0"/>
          <p:cNvSpPr txBox="1"/>
          <p:nvPr>
            <p:ph type="ctrTitle"/>
          </p:nvPr>
        </p:nvSpPr>
        <p:spPr>
          <a:xfrm>
            <a:off x="429300" y="1681700"/>
            <a:ext cx="8285400" cy="13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>
                <a:latin typeface="Montserrat"/>
                <a:ea typeface="Montserrat"/>
                <a:cs typeface="Montserrat"/>
                <a:sym typeface="Montserrat"/>
              </a:rPr>
              <a:t>Python Essentials for Data Science [1]</a:t>
            </a:r>
            <a:endParaRPr b="1" sz="4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4" name="Google Shape;444;p40"/>
          <p:cNvSpPr txBox="1"/>
          <p:nvPr>
            <p:ph idx="1" type="subTitle"/>
          </p:nvPr>
        </p:nvSpPr>
        <p:spPr>
          <a:xfrm>
            <a:off x="429300" y="3116325"/>
            <a:ext cx="82854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EB Garamond SemiBold"/>
                <a:ea typeface="EB Garamond SemiBold"/>
                <a:cs typeface="EB Garamond SemiBold"/>
                <a:sym typeface="EB Garamond SemiBold"/>
              </a:rPr>
              <a:t>moyin.dev – AI &amp; Data Science Bootcamp</a:t>
            </a:r>
            <a:endParaRPr sz="1400">
              <a:latin typeface="EB Garamond SemiBold"/>
              <a:ea typeface="EB Garamond SemiBold"/>
              <a:cs typeface="EB Garamond SemiBold"/>
              <a:sym typeface="EB Garamond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EB Garamond SemiBold"/>
                <a:ea typeface="EB Garamond SemiBold"/>
                <a:cs typeface="EB Garamond SemiBold"/>
                <a:sym typeface="EB Garamond SemiBold"/>
              </a:rPr>
              <a:t>Class 3: Lists • Dictionaries • Tuples • Functions • Error Handling</a:t>
            </a:r>
            <a:endParaRPr sz="1800"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  <p:sp>
        <p:nvSpPr>
          <p:cNvPr id="445" name="Google Shape;445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1"/>
          <p:cNvSpPr txBox="1"/>
          <p:nvPr>
            <p:ph type="title"/>
          </p:nvPr>
        </p:nvSpPr>
        <p:spPr>
          <a:xfrm>
            <a:off x="437250" y="768288"/>
            <a:ext cx="8269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Objectives</a:t>
            </a:r>
            <a:endParaRPr/>
          </a:p>
        </p:txBody>
      </p:sp>
      <p:sp>
        <p:nvSpPr>
          <p:cNvPr id="451" name="Google Shape;451;p4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2" name="Google Shape;452;p41"/>
          <p:cNvSpPr txBox="1"/>
          <p:nvPr>
            <p:ph idx="2" type="title"/>
          </p:nvPr>
        </p:nvSpPr>
        <p:spPr>
          <a:xfrm>
            <a:off x="3409838" y="171480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53" name="Google Shape;453;p41"/>
          <p:cNvSpPr txBox="1"/>
          <p:nvPr>
            <p:ph idx="1" type="body"/>
          </p:nvPr>
        </p:nvSpPr>
        <p:spPr>
          <a:xfrm>
            <a:off x="3409838" y="1954525"/>
            <a:ext cx="23256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latin typeface="Figtree SemiBold"/>
                <a:ea typeface="Figtree SemiBold"/>
                <a:cs typeface="Figtree SemiBold"/>
                <a:sym typeface="Figtree SemiBold"/>
              </a:rPr>
              <a:t>Choose the right data structure for a task</a:t>
            </a:r>
            <a:endParaRPr sz="1700"/>
          </a:p>
        </p:txBody>
      </p:sp>
      <p:sp>
        <p:nvSpPr>
          <p:cNvPr id="454" name="Google Shape;454;p41"/>
          <p:cNvSpPr txBox="1"/>
          <p:nvPr>
            <p:ph idx="3" type="title"/>
          </p:nvPr>
        </p:nvSpPr>
        <p:spPr>
          <a:xfrm>
            <a:off x="362475" y="171480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55" name="Google Shape;455;p41"/>
          <p:cNvSpPr txBox="1"/>
          <p:nvPr>
            <p:ph idx="4" type="body"/>
          </p:nvPr>
        </p:nvSpPr>
        <p:spPr>
          <a:xfrm>
            <a:off x="362475" y="1954525"/>
            <a:ext cx="23256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latin typeface="Figtree SemiBold"/>
                <a:ea typeface="Figtree SemiBold"/>
                <a:cs typeface="Figtree SemiBold"/>
                <a:sym typeface="Figtree SemiBold"/>
              </a:rPr>
              <a:t>Understand and use Python lists, dictionaries, and tuples</a:t>
            </a:r>
            <a:endParaRPr sz="16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56" name="Google Shape;456;p41"/>
          <p:cNvSpPr txBox="1"/>
          <p:nvPr>
            <p:ph idx="5" type="title"/>
          </p:nvPr>
        </p:nvSpPr>
        <p:spPr>
          <a:xfrm>
            <a:off x="6457200" y="171480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57" name="Google Shape;457;p41"/>
          <p:cNvSpPr txBox="1"/>
          <p:nvPr>
            <p:ph idx="6" type="body"/>
          </p:nvPr>
        </p:nvSpPr>
        <p:spPr>
          <a:xfrm>
            <a:off x="6457200" y="1954525"/>
            <a:ext cx="23256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Figtree SemiBold"/>
                <a:ea typeface="Figtree SemiBold"/>
                <a:cs typeface="Figtree SemiBold"/>
                <a:sym typeface="Figtree SemiBold"/>
              </a:rPr>
              <a:t>Write simple reusable functions</a:t>
            </a:r>
            <a:endParaRPr sz="17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58" name="Google Shape;458;p41"/>
          <p:cNvSpPr txBox="1"/>
          <p:nvPr>
            <p:ph idx="7" type="title"/>
          </p:nvPr>
        </p:nvSpPr>
        <p:spPr>
          <a:xfrm>
            <a:off x="362475" y="339935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459" name="Google Shape;459;p41"/>
          <p:cNvSpPr txBox="1"/>
          <p:nvPr>
            <p:ph idx="8" type="body"/>
          </p:nvPr>
        </p:nvSpPr>
        <p:spPr>
          <a:xfrm>
            <a:off x="362475" y="3639075"/>
            <a:ext cx="23256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Figtree SemiBold"/>
                <a:ea typeface="Figtree SemiBold"/>
                <a:cs typeface="Figtree SemiBold"/>
                <a:sym typeface="Figtree SemiBold"/>
              </a:rPr>
              <a:t>Understand what modules are and why they matter</a:t>
            </a:r>
            <a:endParaRPr sz="1700"/>
          </a:p>
        </p:txBody>
      </p:sp>
      <p:sp>
        <p:nvSpPr>
          <p:cNvPr id="460" name="Google Shape;460;p41"/>
          <p:cNvSpPr txBox="1"/>
          <p:nvPr>
            <p:ph idx="9" type="title"/>
          </p:nvPr>
        </p:nvSpPr>
        <p:spPr>
          <a:xfrm>
            <a:off x="3409200" y="339935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461" name="Google Shape;461;p41"/>
          <p:cNvSpPr txBox="1"/>
          <p:nvPr>
            <p:ph idx="13" type="body"/>
          </p:nvPr>
        </p:nvSpPr>
        <p:spPr>
          <a:xfrm>
            <a:off x="3409200" y="3639075"/>
            <a:ext cx="23256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Figtree SemiBold"/>
                <a:ea typeface="Figtree SemiBold"/>
                <a:cs typeface="Figtree SemiBold"/>
                <a:sym typeface="Figtree SemiBold"/>
              </a:rPr>
              <a:t>Handle basic errors without crashing programs</a:t>
            </a:r>
            <a:endParaRPr sz="1700"/>
          </a:p>
        </p:txBody>
      </p:sp>
      <p:sp>
        <p:nvSpPr>
          <p:cNvPr id="462" name="Google Shape;462;p41"/>
          <p:cNvSpPr txBox="1"/>
          <p:nvPr>
            <p:ph idx="16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63" name="Google Shape;463;p41"/>
          <p:cNvSpPr txBox="1"/>
          <p:nvPr>
            <p:ph idx="17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2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9" name="Google Shape;469;p42"/>
          <p:cNvSpPr txBox="1"/>
          <p:nvPr>
            <p:ph idx="1" type="body"/>
          </p:nvPr>
        </p:nvSpPr>
        <p:spPr>
          <a:xfrm>
            <a:off x="1044450" y="2239700"/>
            <a:ext cx="7279200" cy="21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  <a:t>Data science is not magic. It involves Organizing data, Reusing logic, Preventing errors.</a:t>
            </a:r>
            <a:b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</a:br>
            <a: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  <a:t>Python gives us:</a:t>
            </a:r>
            <a:endParaRPr sz="19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  <a:t>- Lists to store datasets</a:t>
            </a:r>
            <a: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  <a:t>  			- Dictionaries to label data</a:t>
            </a:r>
            <a:b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</a:br>
            <a: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  <a:t>- Functions to avoid repetition	</a:t>
            </a:r>
            <a:b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</a:br>
            <a: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  <a:t>- Error handling to protect pipelines</a:t>
            </a:r>
            <a:endParaRPr sz="19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42"/>
          <p:cNvSpPr txBox="1"/>
          <p:nvPr>
            <p:ph type="title"/>
          </p:nvPr>
        </p:nvSpPr>
        <p:spPr>
          <a:xfrm>
            <a:off x="932400" y="1515658"/>
            <a:ext cx="7279200" cy="630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These Concepts Matter in Data Science</a:t>
            </a:r>
            <a:endParaRPr/>
          </a:p>
        </p:txBody>
      </p:sp>
      <p:sp>
        <p:nvSpPr>
          <p:cNvPr id="471" name="Google Shape;471;p42"/>
          <p:cNvSpPr txBox="1"/>
          <p:nvPr>
            <p:ph idx="2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72" name="Google Shape;472;p42"/>
          <p:cNvSpPr txBox="1"/>
          <p:nvPr>
            <p:ph idx="3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473" name="Google Shape;473;p42"/>
          <p:cNvSpPr txBox="1"/>
          <p:nvPr/>
        </p:nvSpPr>
        <p:spPr>
          <a:xfrm>
            <a:off x="14266750" y="2383075"/>
            <a:ext cx="58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7B7B7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9" name="Google Shape;479;p43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80" name="Google Shape;480;p43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481" name="Google Shape;481;p43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Lists</a:t>
            </a:r>
            <a:endParaRPr/>
          </a:p>
        </p:txBody>
      </p:sp>
      <p:sp>
        <p:nvSpPr>
          <p:cNvPr id="482" name="Google Shape;482;p43"/>
          <p:cNvSpPr txBox="1"/>
          <p:nvPr>
            <p:ph idx="2" type="title"/>
          </p:nvPr>
        </p:nvSpPr>
        <p:spPr>
          <a:xfrm>
            <a:off x="3410831" y="16711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What is a List?</a:t>
            </a:r>
            <a:endParaRPr sz="1900"/>
          </a:p>
        </p:txBody>
      </p:sp>
      <p:sp>
        <p:nvSpPr>
          <p:cNvPr id="483" name="Google Shape;483;p43"/>
          <p:cNvSpPr txBox="1"/>
          <p:nvPr>
            <p:ph idx="1" type="body"/>
          </p:nvPr>
        </p:nvSpPr>
        <p:spPr>
          <a:xfrm>
            <a:off x="3410825" y="1997179"/>
            <a:ext cx="2325600" cy="175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Figtree SemiBold"/>
                <a:ea typeface="Figtree SemiBold"/>
                <a:cs typeface="Figtree SemiBold"/>
                <a:sym typeface="Figtree SemiBold"/>
              </a:rPr>
              <a:t>A list is an ordered collection of items that can change.</a:t>
            </a:r>
            <a:endParaRPr sz="1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Figtree SemiBold"/>
                <a:ea typeface="Figtree SemiBold"/>
                <a:cs typeface="Figtree SemiBold"/>
                <a:sym typeface="Figtree SemiBold"/>
              </a:rPr>
              <a:t>Key features:</a:t>
            </a:r>
            <a:br>
              <a:rPr lang="en" sz="1400">
                <a:latin typeface="Figtree SemiBold"/>
                <a:ea typeface="Figtree SemiBold"/>
                <a:cs typeface="Figtree SemiBold"/>
                <a:sym typeface="Figtree SemiBold"/>
              </a:rPr>
            </a:br>
            <a:r>
              <a:rPr lang="en" sz="1400">
                <a:latin typeface="Figtree SemiBold"/>
                <a:ea typeface="Figtree SemiBold"/>
                <a:cs typeface="Figtree SemiBold"/>
                <a:sym typeface="Figtree SemiBold"/>
              </a:rPr>
              <a:t>- Ordered</a:t>
            </a:r>
            <a:br>
              <a:rPr lang="en" sz="1400">
                <a:latin typeface="Figtree SemiBold"/>
                <a:ea typeface="Figtree SemiBold"/>
                <a:cs typeface="Figtree SemiBold"/>
                <a:sym typeface="Figtree SemiBold"/>
              </a:rPr>
            </a:br>
            <a:r>
              <a:rPr lang="en" sz="1400">
                <a:latin typeface="Figtree SemiBold"/>
                <a:ea typeface="Figtree SemiBold"/>
                <a:cs typeface="Figtree SemiBold"/>
                <a:sym typeface="Figtree SemiBold"/>
              </a:rPr>
              <a:t>- Mutable (can be modified)</a:t>
            </a:r>
            <a:br>
              <a:rPr lang="en" sz="1400">
                <a:latin typeface="Figtree SemiBold"/>
                <a:ea typeface="Figtree SemiBold"/>
                <a:cs typeface="Figtree SemiBold"/>
                <a:sym typeface="Figtree SemiBold"/>
              </a:rPr>
            </a:br>
            <a:r>
              <a:rPr lang="en" sz="1400">
                <a:latin typeface="Figtree SemiBold"/>
                <a:ea typeface="Figtree SemiBold"/>
                <a:cs typeface="Figtree SemiBold"/>
                <a:sym typeface="Figtree SemiBold"/>
              </a:rPr>
              <a:t>- Allows duplicates</a:t>
            </a:r>
            <a:endParaRPr sz="1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84" name="Google Shape;484;p43"/>
          <p:cNvSpPr txBox="1"/>
          <p:nvPr>
            <p:ph idx="4" type="body"/>
          </p:nvPr>
        </p:nvSpPr>
        <p:spPr>
          <a:xfrm>
            <a:off x="6203754" y="2168491"/>
            <a:ext cx="2931300" cy="135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scores = [70, 85, 90, 60]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Used to Store numerical data, model outputs, or raw datasets.</a:t>
            </a:r>
            <a:endParaRPr sz="19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4"/>
          <p:cNvSpPr txBox="1"/>
          <p:nvPr>
            <p:ph idx="1" type="body"/>
          </p:nvPr>
        </p:nvSpPr>
        <p:spPr>
          <a:xfrm>
            <a:off x="370450" y="1937675"/>
            <a:ext cx="3786900" cy="20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Access items by index</a:t>
            </a:r>
            <a:br>
              <a:rPr lang="en" sz="2200"/>
            </a:b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Add new items</a:t>
            </a:r>
            <a:br>
              <a:rPr lang="en" sz="2200"/>
            </a:b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Modify existing items</a:t>
            </a:r>
            <a:endParaRPr sz="22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490" name="Google Shape;490;p4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1" name="Google Shape;491;p44"/>
          <p:cNvSpPr txBox="1"/>
          <p:nvPr>
            <p:ph type="title"/>
          </p:nvPr>
        </p:nvSpPr>
        <p:spPr>
          <a:xfrm>
            <a:off x="639300" y="1326938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List Operations</a:t>
            </a:r>
            <a:endParaRPr/>
          </a:p>
        </p:txBody>
      </p:sp>
      <p:sp>
        <p:nvSpPr>
          <p:cNvPr id="492" name="Google Shape;492;p44"/>
          <p:cNvSpPr txBox="1"/>
          <p:nvPr>
            <p:ph idx="3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93" name="Google Shape;493;p44"/>
          <p:cNvSpPr txBox="1"/>
          <p:nvPr>
            <p:ph idx="4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494" name="Google Shape;494;p44"/>
          <p:cNvSpPr txBox="1"/>
          <p:nvPr/>
        </p:nvSpPr>
        <p:spPr>
          <a:xfrm>
            <a:off x="5154550" y="1595075"/>
            <a:ext cx="3786900" cy="27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latin typeface="Courier New"/>
                <a:ea typeface="Courier New"/>
                <a:cs typeface="Courier New"/>
                <a:sym typeface="Courier New"/>
              </a:rPr>
              <a:t>scores[0]# Access first item</a:t>
            </a:r>
            <a:endParaRPr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latin typeface="Courier New"/>
                <a:ea typeface="Courier New"/>
                <a:cs typeface="Courier New"/>
                <a:sym typeface="Courier New"/>
              </a:rPr>
              <a:t>scores.append(95)</a:t>
            </a:r>
            <a:endParaRPr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latin typeface="Courier New"/>
                <a:ea typeface="Courier New"/>
                <a:cs typeface="Courier New"/>
                <a:sym typeface="Courier New"/>
              </a:rPr>
              <a:t>scores[1] = 88</a:t>
            </a:r>
            <a:endParaRPr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5"/>
          <p:cNvSpPr txBox="1"/>
          <p:nvPr>
            <p:ph type="title"/>
          </p:nvPr>
        </p:nvSpPr>
        <p:spPr>
          <a:xfrm>
            <a:off x="434800" y="16794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What is a Tuple?</a:t>
            </a:r>
            <a:endParaRPr sz="4500"/>
          </a:p>
        </p:txBody>
      </p:sp>
      <p:sp>
        <p:nvSpPr>
          <p:cNvPr id="500" name="Google Shape;500;p45"/>
          <p:cNvSpPr txBox="1"/>
          <p:nvPr>
            <p:ph idx="1" type="body"/>
          </p:nvPr>
        </p:nvSpPr>
        <p:spPr>
          <a:xfrm>
            <a:off x="3410825" y="1393125"/>
            <a:ext cx="5311500" cy="27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latin typeface="Figtree SemiBold"/>
                <a:ea typeface="Figtree SemiBold"/>
                <a:cs typeface="Figtree SemiBold"/>
                <a:sym typeface="Figtree SemiBold"/>
              </a:rPr>
              <a:t>Key features:</a:t>
            </a:r>
            <a:br>
              <a:rPr lang="en" sz="1800">
                <a:latin typeface="Figtree SemiBold"/>
                <a:ea typeface="Figtree SemiBold"/>
                <a:cs typeface="Figtree SemiBold"/>
                <a:sym typeface="Figtree SemiBold"/>
              </a:rPr>
            </a:br>
            <a:r>
              <a:rPr lang="en" sz="1800">
                <a:latin typeface="Figtree SemiBold"/>
                <a:ea typeface="Figtree SemiBold"/>
                <a:cs typeface="Figtree SemiBold"/>
                <a:sym typeface="Figtree SemiBold"/>
              </a:rPr>
              <a:t>- Ordered</a:t>
            </a:r>
            <a:br>
              <a:rPr lang="en" sz="1800">
                <a:latin typeface="Figtree SemiBold"/>
                <a:ea typeface="Figtree SemiBold"/>
                <a:cs typeface="Figtree SemiBold"/>
                <a:sym typeface="Figtree SemiBold"/>
              </a:rPr>
            </a:br>
            <a:r>
              <a:rPr lang="en" sz="1800">
                <a:latin typeface="Figtree SemiBold"/>
                <a:ea typeface="Figtree SemiBold"/>
                <a:cs typeface="Figtree SemiBold"/>
                <a:sym typeface="Figtree SemiBold"/>
              </a:rPr>
              <a:t>- Immutable (read-only)</a:t>
            </a:r>
            <a:br>
              <a:rPr lang="en" sz="1800">
                <a:latin typeface="Figtree SemiBold"/>
                <a:ea typeface="Figtree SemiBold"/>
                <a:cs typeface="Figtree SemiBold"/>
                <a:sym typeface="Figtree SemiBold"/>
              </a:rPr>
            </a:br>
            <a:r>
              <a:rPr lang="en" sz="1800">
                <a:latin typeface="Figtree SemiBold"/>
                <a:ea typeface="Figtree SemiBold"/>
                <a:cs typeface="Figtree SemiBold"/>
                <a:sym typeface="Figtree SemiBold"/>
              </a:rPr>
              <a:t>- Faster than lists</a:t>
            </a:r>
            <a:endParaRPr sz="18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Figtree SemiBold"/>
                <a:ea typeface="Figtree SemiBold"/>
                <a:cs typeface="Figtree SemiBold"/>
                <a:sym typeface="Figtree SemiBold"/>
              </a:rPr>
              <a:t>E.g</a:t>
            </a:r>
            <a:br>
              <a:rPr lang="en" sz="1800">
                <a:latin typeface="Figtree SemiBold"/>
                <a:ea typeface="Figtree SemiBold"/>
                <a:cs typeface="Figtree SemiBold"/>
                <a:sym typeface="Figtree SemiBold"/>
              </a:rPr>
            </a:b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coordinates = (6.45, 3.39)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latin typeface="Figtree SemiBold"/>
                <a:ea typeface="Figtree SemiBold"/>
                <a:cs typeface="Figtree SemiBold"/>
                <a:sym typeface="Figtree SemiBold"/>
              </a:rPr>
              <a:t>Used to Store fixed values like latitude &amp; longitude.</a:t>
            </a:r>
            <a:endParaRPr sz="18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01" name="Google Shape;501;p45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02" name="Google Shape;502;p45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03" name="Google Shape;503;p4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4" name="Google Shape;504;p45"/>
          <p:cNvSpPr txBox="1"/>
          <p:nvPr>
            <p:ph idx="1" type="body"/>
          </p:nvPr>
        </p:nvSpPr>
        <p:spPr>
          <a:xfrm>
            <a:off x="549850" y="2693825"/>
            <a:ext cx="2095500" cy="13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900"/>
              <a:t>A tuple is an ordered collection that cannot change.</a:t>
            </a:r>
            <a:endParaRPr i="1" sz="2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6"/>
          <p:cNvSpPr txBox="1"/>
          <p:nvPr>
            <p:ph type="title"/>
          </p:nvPr>
        </p:nvSpPr>
        <p:spPr>
          <a:xfrm>
            <a:off x="91675" y="2593850"/>
            <a:ext cx="29388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Lists </a:t>
            </a:r>
            <a:br>
              <a:rPr lang="en" sz="3600"/>
            </a:br>
            <a:r>
              <a:rPr lang="en" sz="3600"/>
              <a:t>vs </a:t>
            </a:r>
            <a:br>
              <a:rPr lang="en" sz="3600"/>
            </a:br>
            <a:r>
              <a:rPr lang="en" sz="3600"/>
              <a:t>Tuples</a:t>
            </a:r>
            <a:endParaRPr sz="4500"/>
          </a:p>
        </p:txBody>
      </p:sp>
      <p:sp>
        <p:nvSpPr>
          <p:cNvPr id="510" name="Google Shape;510;p46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11" name="Google Shape;511;p46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12" name="Google Shape;512;p4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513" name="Google Shape;513;p46"/>
          <p:cNvGraphicFramePr/>
          <p:nvPr/>
        </p:nvGraphicFramePr>
        <p:xfrm>
          <a:off x="3231275" y="142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{FEE0373F-D9E9-49A2-AE76-DB6853197B5E}</a:tableStyleId>
              </a:tblPr>
              <a:tblGrid>
                <a:gridCol w="1878625"/>
                <a:gridCol w="2191700"/>
                <a:gridCol w="1661825"/>
              </a:tblGrid>
              <a:tr h="533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FEATURE</a:t>
                      </a:r>
                      <a:endParaRPr b="1" sz="19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LIST</a:t>
                      </a:r>
                      <a:endParaRPr b="1" sz="19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TUPLE</a:t>
                      </a:r>
                      <a:endParaRPr b="1" sz="19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640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Changeable</a:t>
                      </a:r>
                      <a:endParaRPr sz="22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Yes</a:t>
                      </a:r>
                      <a:endParaRPr sz="22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No</a:t>
                      </a:r>
                      <a:endParaRPr sz="22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56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Syntax</a:t>
                      </a:r>
                      <a:endParaRPr sz="22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88038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[ ]</a:t>
                      </a:r>
                      <a:endParaRPr sz="1900">
                        <a:solidFill>
                          <a:srgbClr val="188038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rgbClr val="188038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( )</a:t>
                      </a:r>
                      <a:endParaRPr sz="1900">
                        <a:solidFill>
                          <a:srgbClr val="188038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86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Use case</a:t>
                      </a:r>
                      <a:endParaRPr sz="22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Dynamic data</a:t>
                      </a:r>
                      <a:endParaRPr sz="22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Fixed data</a:t>
                      </a:r>
                      <a:endParaRPr sz="22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7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19" name="Google Shape;519;p47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20" name="Google Shape;520;p47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Python Dictionaries</a:t>
            </a:r>
            <a:endParaRPr sz="3700"/>
          </a:p>
        </p:txBody>
      </p:sp>
      <p:sp>
        <p:nvSpPr>
          <p:cNvPr id="521" name="Google Shape;521;p47"/>
          <p:cNvSpPr txBox="1"/>
          <p:nvPr>
            <p:ph idx="1" type="body"/>
          </p:nvPr>
        </p:nvSpPr>
        <p:spPr>
          <a:xfrm>
            <a:off x="3262800" y="1857775"/>
            <a:ext cx="2546700" cy="18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Figtree SemiBold"/>
                <a:ea typeface="Figtree SemiBold"/>
                <a:cs typeface="Figtree SemiBold"/>
                <a:sym typeface="Figtree SemiBold"/>
              </a:rPr>
              <a:t>Collection of key–value pairs.</a:t>
            </a:r>
            <a:endParaRPr sz="18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Figtree SemiBold"/>
                <a:ea typeface="Figtree SemiBold"/>
                <a:cs typeface="Figtree SemiBold"/>
                <a:sym typeface="Figtree SemiBold"/>
              </a:rPr>
              <a:t>Think: real-life dictionary → word : meaning</a:t>
            </a:r>
            <a:endParaRPr sz="18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7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22" name="Google Shape;522;p4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3" name="Google Shape;523;p47"/>
          <p:cNvSpPr txBox="1"/>
          <p:nvPr>
            <p:ph idx="1" type="body"/>
          </p:nvPr>
        </p:nvSpPr>
        <p:spPr>
          <a:xfrm>
            <a:off x="6311900" y="1857775"/>
            <a:ext cx="2621700" cy="18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student = {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    "name": "Alex",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    "age": 21,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    "score": 85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9" name="Google Shape;529;p48"/>
          <p:cNvSpPr txBox="1"/>
          <p:nvPr>
            <p:ph type="title"/>
          </p:nvPr>
        </p:nvSpPr>
        <p:spPr>
          <a:xfrm>
            <a:off x="420375" y="15899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Dictionary Operations</a:t>
            </a:r>
            <a:endParaRPr/>
          </a:p>
        </p:txBody>
      </p:sp>
      <p:sp>
        <p:nvSpPr>
          <p:cNvPr id="530" name="Google Shape;530;p48"/>
          <p:cNvSpPr txBox="1"/>
          <p:nvPr>
            <p:ph idx="1" type="body"/>
          </p:nvPr>
        </p:nvSpPr>
        <p:spPr>
          <a:xfrm>
            <a:off x="4999845" y="1430274"/>
            <a:ext cx="3680100" cy="12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student["age"]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student["grade"] = "A"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student["score"] = 90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31" name="Google Shape;531;p48"/>
          <p:cNvSpPr txBox="1"/>
          <p:nvPr>
            <p:ph idx="4" type="body"/>
          </p:nvPr>
        </p:nvSpPr>
        <p:spPr>
          <a:xfrm>
            <a:off x="4999800" y="3138425"/>
            <a:ext cx="3680100" cy="9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Used in s</a:t>
            </a:r>
            <a:r>
              <a:rPr lang="en" sz="1800"/>
              <a:t>toring labeled data, JSON-like structures, API responses.</a:t>
            </a:r>
            <a:endParaRPr sz="2700"/>
          </a:p>
        </p:txBody>
      </p:sp>
      <p:sp>
        <p:nvSpPr>
          <p:cNvPr id="532" name="Google Shape;532;p48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33" name="Google Shape;533;p48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34" name="Google Shape;534;p48"/>
          <p:cNvSpPr txBox="1"/>
          <p:nvPr>
            <p:ph idx="1" type="body"/>
          </p:nvPr>
        </p:nvSpPr>
        <p:spPr>
          <a:xfrm>
            <a:off x="692400" y="2574900"/>
            <a:ext cx="3278700" cy="13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Figtree Medium"/>
                <a:ea typeface="Figtree Medium"/>
                <a:cs typeface="Figtree Medium"/>
                <a:sym typeface="Figtree Medium"/>
              </a:rPr>
              <a:t>- </a:t>
            </a:r>
            <a:r>
              <a:rPr lang="en" sz="2000">
                <a:latin typeface="Figtree Medium"/>
                <a:ea typeface="Figtree Medium"/>
                <a:cs typeface="Figtree Medium"/>
                <a:sym typeface="Figtree Medium"/>
              </a:rPr>
              <a:t>Access values using keys</a:t>
            </a:r>
            <a:endParaRPr sz="20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Figtree Medium"/>
                <a:ea typeface="Figtree Medium"/>
                <a:cs typeface="Figtree Medium"/>
                <a:sym typeface="Figtree Medium"/>
              </a:rPr>
              <a:t>- Add new key–value pairs</a:t>
            </a:r>
            <a:endParaRPr sz="20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Figtree Medium"/>
                <a:ea typeface="Figtree Medium"/>
                <a:cs typeface="Figtree Medium"/>
                <a:sym typeface="Figtree Medium"/>
              </a:rPr>
              <a:t>- </a:t>
            </a:r>
            <a:r>
              <a:rPr lang="en" sz="2000">
                <a:latin typeface="Figtree Medium"/>
                <a:ea typeface="Figtree Medium"/>
                <a:cs typeface="Figtree Medium"/>
                <a:sym typeface="Figtree Medium"/>
              </a:rPr>
              <a:t>M</a:t>
            </a:r>
            <a:r>
              <a:rPr lang="en" sz="2000">
                <a:latin typeface="Figtree Medium"/>
                <a:ea typeface="Figtree Medium"/>
                <a:cs typeface="Figtree Medium"/>
                <a:sym typeface="Figtree Medium"/>
              </a:rPr>
              <a:t>odify existing values</a:t>
            </a:r>
            <a:endParaRPr sz="20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0" name="Google Shape;540;p49"/>
          <p:cNvSpPr txBox="1"/>
          <p:nvPr>
            <p:ph idx="1" type="body"/>
          </p:nvPr>
        </p:nvSpPr>
        <p:spPr>
          <a:xfrm>
            <a:off x="4832325" y="1485850"/>
            <a:ext cx="3996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Figtree SemiBold"/>
                <a:ea typeface="Figtree SemiBold"/>
                <a:cs typeface="Figtree SemiBold"/>
                <a:sym typeface="Figtree SemiBold"/>
              </a:rPr>
              <a:t>Use lists for collections of similar items</a:t>
            </a:r>
            <a:br>
              <a:rPr lang="en" sz="1600">
                <a:latin typeface="Figtree SemiBold"/>
                <a:ea typeface="Figtree SemiBold"/>
                <a:cs typeface="Figtree SemiBold"/>
                <a:sym typeface="Figtree SemiBold"/>
              </a:rPr>
            </a:br>
            <a:endParaRPr sz="1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Figtree SemiBold"/>
                <a:ea typeface="Figtree SemiBold"/>
                <a:cs typeface="Figtree SemiBold"/>
                <a:sym typeface="Figtree SemiBold"/>
              </a:rPr>
              <a:t>Use tuples for fixed, unchanging values</a:t>
            </a:r>
            <a:br>
              <a:rPr lang="en" sz="1600">
                <a:latin typeface="Figtree SemiBold"/>
                <a:ea typeface="Figtree SemiBold"/>
                <a:cs typeface="Figtree SemiBold"/>
                <a:sym typeface="Figtree SemiBold"/>
              </a:rPr>
            </a:br>
            <a:endParaRPr sz="1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Figtree SemiBold"/>
                <a:ea typeface="Figtree SemiBold"/>
                <a:cs typeface="Figtree SemiBold"/>
                <a:sym typeface="Figtree SemiBold"/>
              </a:rPr>
              <a:t>Use dictionaries when data needs labels</a:t>
            </a:r>
            <a:endParaRPr sz="1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latin typeface="Figtree SemiBold"/>
                <a:ea typeface="Figtree SemiBold"/>
                <a:cs typeface="Figtree SemiBold"/>
                <a:sym typeface="Figtree SemiBold"/>
              </a:rPr>
              <a:t>Good data science starts with good structure.</a:t>
            </a:r>
            <a:endParaRPr sz="25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41" name="Google Shape;541;p49"/>
          <p:cNvSpPr txBox="1"/>
          <p:nvPr>
            <p:ph type="title"/>
          </p:nvPr>
        </p:nvSpPr>
        <p:spPr>
          <a:xfrm>
            <a:off x="420375" y="2059816"/>
            <a:ext cx="3731100" cy="1017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2600"/>
              <a:t>Choosing the Right Data Structure</a:t>
            </a:r>
            <a:endParaRPr sz="4900"/>
          </a:p>
        </p:txBody>
      </p:sp>
      <p:sp>
        <p:nvSpPr>
          <p:cNvPr id="542" name="Google Shape;542;p49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43" name="Google Shape;543;p49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55CC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0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9" name="Google Shape;549;p50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</a:t>
            </a:r>
            <a:endParaRPr/>
          </a:p>
        </p:txBody>
      </p:sp>
      <p:sp>
        <p:nvSpPr>
          <p:cNvPr id="550" name="Google Shape;550;p50"/>
          <p:cNvSpPr txBox="1"/>
          <p:nvPr>
            <p:ph idx="1" type="body"/>
          </p:nvPr>
        </p:nvSpPr>
        <p:spPr>
          <a:xfrm>
            <a:off x="3410825" y="1314400"/>
            <a:ext cx="2325600" cy="29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Figtree SemiBold"/>
                <a:ea typeface="Figtree SemiBold"/>
                <a:cs typeface="Figtree SemiBold"/>
                <a:sym typeface="Figtree SemiBold"/>
              </a:rPr>
              <a:t> A function is a reusable block of code that performs a task.</a:t>
            </a:r>
            <a:endParaRPr sz="17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Figtree SemiBold"/>
                <a:ea typeface="Figtree SemiBold"/>
                <a:cs typeface="Figtree SemiBold"/>
                <a:sym typeface="Figtree SemiBold"/>
              </a:rPr>
              <a:t>Why functions matter:</a:t>
            </a:r>
            <a:endParaRPr sz="17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Figtree SemiBold"/>
              <a:buChar char="●"/>
            </a:pPr>
            <a:r>
              <a:rPr lang="en" sz="1700">
                <a:latin typeface="Figtree SemiBold"/>
                <a:ea typeface="Figtree SemiBold"/>
                <a:cs typeface="Figtree SemiBold"/>
                <a:sym typeface="Figtree SemiBold"/>
              </a:rPr>
              <a:t>Avoid repetition</a:t>
            </a:r>
            <a:endParaRPr sz="17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Figtree SemiBold"/>
              <a:buChar char="●"/>
            </a:pPr>
            <a:r>
              <a:rPr lang="en" sz="1700">
                <a:latin typeface="Figtree SemiBold"/>
                <a:ea typeface="Figtree SemiBold"/>
                <a:cs typeface="Figtree SemiBold"/>
                <a:sym typeface="Figtree SemiBold"/>
              </a:rPr>
              <a:t>Make code readable</a:t>
            </a:r>
            <a:endParaRPr sz="17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Figtree SemiBold"/>
              <a:buChar char="●"/>
            </a:pPr>
            <a:r>
              <a:rPr lang="en" sz="1700">
                <a:latin typeface="Figtree SemiBold"/>
                <a:ea typeface="Figtree SemiBold"/>
                <a:cs typeface="Figtree SemiBold"/>
                <a:sym typeface="Figtree SemiBold"/>
              </a:rPr>
              <a:t>Easier debugging</a:t>
            </a:r>
            <a:endParaRPr sz="23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51" name="Google Shape;551;p50"/>
          <p:cNvSpPr txBox="1"/>
          <p:nvPr>
            <p:ph idx="4" type="body"/>
          </p:nvPr>
        </p:nvSpPr>
        <p:spPr>
          <a:xfrm>
            <a:off x="6333050" y="2082062"/>
            <a:ext cx="2325600" cy="141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def greet(name):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return "Hello " + name</a:t>
            </a:r>
            <a:br>
              <a:rPr lang="en" sz="1900"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19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greet("Moyin")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2" name="Google Shape;552;p50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53" name="Google Shape;553;p50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9" name="Google Shape;559;p51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Modules</a:t>
            </a:r>
            <a:endParaRPr/>
          </a:p>
        </p:txBody>
      </p:sp>
      <p:sp>
        <p:nvSpPr>
          <p:cNvPr id="560" name="Google Shape;560;p51"/>
          <p:cNvSpPr txBox="1"/>
          <p:nvPr>
            <p:ph idx="1" type="body"/>
          </p:nvPr>
        </p:nvSpPr>
        <p:spPr>
          <a:xfrm>
            <a:off x="3410825" y="1314400"/>
            <a:ext cx="2325600" cy="29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latin typeface="Figtree SemiBold"/>
                <a:ea typeface="Figtree SemiBold"/>
                <a:cs typeface="Figtree SemiBold"/>
                <a:sym typeface="Figtree SemiBold"/>
              </a:rPr>
              <a:t>A module is a Python file that contains functions and variables.</a:t>
            </a:r>
            <a:endParaRPr sz="21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Figtree SemiBold"/>
              <a:buChar char="●"/>
            </a:pPr>
            <a:r>
              <a:rPr lang="en" sz="2100">
                <a:latin typeface="Figtree SemiBold"/>
                <a:ea typeface="Figtree SemiBold"/>
                <a:cs typeface="Figtree SemiBold"/>
                <a:sym typeface="Figtree SemiBold"/>
              </a:rPr>
              <a:t>Python comes with built-in modules.</a:t>
            </a:r>
            <a:endParaRPr sz="21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61" name="Google Shape;561;p51"/>
          <p:cNvSpPr txBox="1"/>
          <p:nvPr>
            <p:ph idx="4" type="body"/>
          </p:nvPr>
        </p:nvSpPr>
        <p:spPr>
          <a:xfrm>
            <a:off x="6333050" y="2082062"/>
            <a:ext cx="2325600" cy="141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import math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latin typeface="Courier New"/>
                <a:ea typeface="Courier New"/>
                <a:cs typeface="Courier New"/>
                <a:sym typeface="Courier New"/>
              </a:rPr>
              <a:t>math.sqrt(16)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2" name="Google Shape;562;p51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63" name="Google Shape;563;p51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2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9" name="Google Shape;569;p52"/>
          <p:cNvSpPr txBox="1"/>
          <p:nvPr>
            <p:ph type="title"/>
          </p:nvPr>
        </p:nvSpPr>
        <p:spPr>
          <a:xfrm>
            <a:off x="5055575" y="29615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2000">
                <a:latin typeface="Figtree SemiBold"/>
                <a:ea typeface="Figtree SemiBold"/>
                <a:cs typeface="Figtree SemiBold"/>
                <a:sym typeface="Figtree SemiBold"/>
              </a:rPr>
              <a:t>Errors happen. Good programs handle them gracefully.</a:t>
            </a:r>
            <a:endParaRPr b="0" sz="20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2000">
                <a:latin typeface="Figtree SemiBold"/>
                <a:ea typeface="Figtree SemiBold"/>
                <a:cs typeface="Figtree SemiBold"/>
                <a:sym typeface="Figtree SemiBold"/>
              </a:rPr>
              <a:t>Common errors:</a:t>
            </a:r>
            <a:endParaRPr b="0" sz="20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Figtree SemiBold"/>
              <a:buChar char="●"/>
            </a:pPr>
            <a:r>
              <a:rPr b="0" lang="en" sz="2000">
                <a:latin typeface="Figtree SemiBold"/>
                <a:ea typeface="Figtree SemiBold"/>
                <a:cs typeface="Figtree SemiBold"/>
                <a:sym typeface="Figtree SemiBold"/>
              </a:rPr>
              <a:t>Division by zero</a:t>
            </a:r>
            <a:endParaRPr b="0" sz="20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Char char="●"/>
            </a:pPr>
            <a:r>
              <a:rPr b="0" lang="en" sz="2000">
                <a:latin typeface="Figtree SemiBold"/>
                <a:ea typeface="Figtree SemiBold"/>
                <a:cs typeface="Figtree SemiBold"/>
                <a:sym typeface="Figtree SemiBold"/>
              </a:rPr>
              <a:t>Invalid input</a:t>
            </a:r>
            <a:endParaRPr b="0" sz="20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Char char="●"/>
            </a:pPr>
            <a:r>
              <a:rPr b="0" lang="en" sz="2000">
                <a:latin typeface="Figtree SemiBold"/>
                <a:ea typeface="Figtree SemiBold"/>
                <a:cs typeface="Figtree SemiBold"/>
                <a:sym typeface="Figtree SemiBold"/>
              </a:rPr>
              <a:t>Missing keys</a:t>
            </a:r>
            <a:endParaRPr b="0" sz="20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44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70" name="Google Shape;570;p52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71" name="Google Shape;571;p52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72" name="Google Shape;572;p52"/>
          <p:cNvSpPr txBox="1"/>
          <p:nvPr>
            <p:ph type="title"/>
          </p:nvPr>
        </p:nvSpPr>
        <p:spPr>
          <a:xfrm>
            <a:off x="572775" y="26567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 Handling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1130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8" name="Google Shape;578;p53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Hands-on Workshop</a:t>
            </a:r>
            <a:endParaRPr/>
          </a:p>
        </p:txBody>
      </p:sp>
      <p:sp>
        <p:nvSpPr>
          <p:cNvPr id="579" name="Google Shape;579;p53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80" name="Google Shape;580;p53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6" name="Google Shape;586;p54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587" name="Google Shape;587;p54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88" name="Google Shape;588;p54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esson 2">
  <a:themeElements>
    <a:clrScheme name="Simple Light">
      <a:dk1>
        <a:srgbClr val="000000"/>
      </a:dk1>
      <a:lt1>
        <a:srgbClr val="F4F3F0"/>
      </a:lt1>
      <a:dk2>
        <a:srgbClr val="FFC700"/>
      </a:dk2>
      <a:lt2>
        <a:srgbClr val="0EAA57"/>
      </a:lt2>
      <a:accent1>
        <a:srgbClr val="349EEA"/>
      </a:accent1>
      <a:accent2>
        <a:srgbClr val="C6B9FF"/>
      </a:accent2>
      <a:accent3>
        <a:srgbClr val="F66F6F"/>
      </a:accent3>
      <a:accent4>
        <a:srgbClr val="8E7CC3"/>
      </a:accent4>
      <a:accent5>
        <a:srgbClr val="FFE599"/>
      </a:accent5>
      <a:accent6>
        <a:srgbClr val="A4C2F4"/>
      </a:accent6>
      <a:hlink>
        <a:srgbClr val="FFC7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